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BM Plex Sans" panose="020B0503050203000203" pitchFamily="34" charset="0"/>
      <p:regular r:id="rId11"/>
    </p:embeddedFont>
    <p:embeddedFont>
      <p:font typeface="Roboto" panose="02000000000000000000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68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669137"/>
            <a:ext cx="7415927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Food 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3104078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 Website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350437" y="3875484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Food, an e-commerce website designed to revolutionize the food delivery experience. The project aimed to create a platform that prioritizes user satisfaction by offering a wide selection of fresh food, fast and reliable delivery, and a user-friendly interface.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350437" y="6903125"/>
            <a:ext cx="1778802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 Kawsar</a:t>
            </a:r>
            <a:endParaRPr lang="en-US" sz="2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825F5AC-C404-242F-F9CE-E38653A5C2FE}"/>
              </a:ext>
            </a:extLst>
          </p:cNvPr>
          <p:cNvSpPr/>
          <p:nvPr/>
        </p:nvSpPr>
        <p:spPr>
          <a:xfrm>
            <a:off x="6350436" y="7205968"/>
            <a:ext cx="1778802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1600" i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Daffodil Institute of IT</a:t>
            </a:r>
            <a:endParaRPr lang="en-US" sz="1600" i="1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19860D6-47BF-3FA9-30C7-4E4516891F08}"/>
              </a:ext>
            </a:extLst>
          </p:cNvPr>
          <p:cNvSpPr/>
          <p:nvPr/>
        </p:nvSpPr>
        <p:spPr>
          <a:xfrm>
            <a:off x="6350437" y="7508811"/>
            <a:ext cx="1778802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1600" i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</a:rPr>
              <a:t>Computer science &amp; engineering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E06C5-F6CD-0EEE-5619-00A100F8AF31}"/>
              </a:ext>
            </a:extLst>
          </p:cNvPr>
          <p:cNvSpPr/>
          <p:nvPr/>
        </p:nvSpPr>
        <p:spPr>
          <a:xfrm>
            <a:off x="12890808" y="7550477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23749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843213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517005" y="2935724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152680" y="28432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Goal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2680" y="3377089"/>
            <a:ext cx="661368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goal of My Bring Food is to provide users with the best food options, ensuring freshness and quality, while offering fast and reliable delivery service.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508670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6517005" y="5179219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152680" y="508670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Focus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52680" y="5620583"/>
            <a:ext cx="661368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prioritizes user experience by simplifying the online food ordering process through user-friendly, efficient, and secure systems.</a:t>
            </a:r>
            <a:endParaRPr lang="en-US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D0394-06FD-7330-102A-DA8554AE8504}"/>
              </a:ext>
            </a:extLst>
          </p:cNvPr>
          <p:cNvSpPr/>
          <p:nvPr/>
        </p:nvSpPr>
        <p:spPr>
          <a:xfrm>
            <a:off x="12812751" y="7550477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00714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Technologies Used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28934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58967" y="3921919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ReactJS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58967" y="4375015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58967" y="4856385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Toolkit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58967" y="5337755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Packages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3289340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18859" y="3921919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NodeJS 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18859" y="4869634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18859" y="5364254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OTP-based Authentication</a:t>
            </a:r>
            <a:endParaRPr lang="en-US" sz="19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0029CEF-8A34-D432-3EFD-2AFBCEDA9E8F}"/>
              </a:ext>
            </a:extLst>
          </p:cNvPr>
          <p:cNvSpPr/>
          <p:nvPr/>
        </p:nvSpPr>
        <p:spPr>
          <a:xfrm>
            <a:off x="8018859" y="4375014"/>
            <a:ext cx="575512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ExpressJS</a:t>
            </a:r>
            <a:endParaRPr lang="en-US" sz="19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E323B3-0145-A949-2805-CEA807576B7E}"/>
              </a:ext>
            </a:extLst>
          </p:cNvPr>
          <p:cNvSpPr/>
          <p:nvPr/>
        </p:nvSpPr>
        <p:spPr>
          <a:xfrm>
            <a:off x="12812751" y="7539326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064" y="580311"/>
            <a:ext cx="5276612" cy="659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Features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30221" y="1556504"/>
            <a:ext cx="22860" cy="6095881"/>
          </a:xfrm>
          <a:prstGeom prst="roundRect">
            <a:avLst>
              <a:gd name="adj" fmla="val 138494"/>
            </a:avLst>
          </a:prstGeom>
          <a:solidFill>
            <a:srgbClr val="61646A"/>
          </a:solidFill>
          <a:ln/>
        </p:spPr>
      </p:sp>
      <p:sp>
        <p:nvSpPr>
          <p:cNvPr id="5" name="Shape 2"/>
          <p:cNvSpPr/>
          <p:nvPr/>
        </p:nvSpPr>
        <p:spPr>
          <a:xfrm>
            <a:off x="6756202" y="2019895"/>
            <a:ext cx="738664" cy="22860"/>
          </a:xfrm>
          <a:prstGeom prst="roundRect">
            <a:avLst>
              <a:gd name="adj" fmla="val 138494"/>
            </a:avLst>
          </a:prstGeom>
          <a:solidFill>
            <a:srgbClr val="61646A"/>
          </a:solidFill>
          <a:ln/>
        </p:spPr>
      </p:sp>
      <p:sp>
        <p:nvSpPr>
          <p:cNvPr id="6" name="Shape 3"/>
          <p:cNvSpPr/>
          <p:nvPr/>
        </p:nvSpPr>
        <p:spPr>
          <a:xfrm>
            <a:off x="6304240" y="1793915"/>
            <a:ext cx="474821" cy="47482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6446639" y="1872972"/>
            <a:ext cx="18990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2391" y="1767483"/>
            <a:ext cx="4357568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Authentication &amp; Authorization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2391" y="2223849"/>
            <a:ext cx="6189345" cy="101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offers secure user authentication and authorization features, allowing users to register, log in, update their profiles, and manage their accounts.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6202" y="4122182"/>
            <a:ext cx="738664" cy="22860"/>
          </a:xfrm>
          <a:prstGeom prst="roundRect">
            <a:avLst>
              <a:gd name="adj" fmla="val 138494"/>
            </a:avLst>
          </a:prstGeom>
          <a:solidFill>
            <a:srgbClr val="61646A"/>
          </a:solidFill>
          <a:ln/>
        </p:spPr>
      </p:sp>
      <p:sp>
        <p:nvSpPr>
          <p:cNvPr id="11" name="Shape 8"/>
          <p:cNvSpPr/>
          <p:nvPr/>
        </p:nvSpPr>
        <p:spPr>
          <a:xfrm>
            <a:off x="6304240" y="3896201"/>
            <a:ext cx="474821" cy="47482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6446639" y="3975259"/>
            <a:ext cx="18990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2391" y="3869769"/>
            <a:ext cx="3233261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Food &amp; Order Management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2391" y="4326136"/>
            <a:ext cx="6189345" cy="101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Bring Food provides comprehensive food and order management capabilities, enabling users to place, track, and manage their orders seamlessly.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6202" y="6224468"/>
            <a:ext cx="738664" cy="22860"/>
          </a:xfrm>
          <a:prstGeom prst="roundRect">
            <a:avLst>
              <a:gd name="adj" fmla="val 138494"/>
            </a:avLst>
          </a:prstGeom>
          <a:solidFill>
            <a:srgbClr val="61646A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4240" y="5998488"/>
            <a:ext cx="474821" cy="47482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639" y="6077545"/>
            <a:ext cx="189905" cy="316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2391" y="5972056"/>
            <a:ext cx="2652832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Enhancements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2391" y="6428423"/>
            <a:ext cx="6189345" cy="101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development plans include integrating payment gateways, implementing a personalized recommendation system, and optimizing the platform for search engines.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309EF-2665-3BC3-54BC-2C2B71DE2641}"/>
              </a:ext>
            </a:extLst>
          </p:cNvPr>
          <p:cNvSpPr/>
          <p:nvPr/>
        </p:nvSpPr>
        <p:spPr>
          <a:xfrm>
            <a:off x="12812751" y="7539326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980617"/>
            <a:ext cx="1019841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Authentication &amp; Authorization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5122426"/>
            <a:ext cx="6327815" cy="2212657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1110853" y="536924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CRUD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10853" y="5903119"/>
            <a:ext cx="58341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register, log in, update their profiles, and manage their accounts.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438668" y="5122426"/>
            <a:ext cx="6327815" cy="2212657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7685484" y="536924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OTP Verification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85484" y="5903119"/>
            <a:ext cx="583418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signup and login process is secured through OTP verification, ensuring user safety and data protection.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CE04B-F2AA-F6E2-7906-24EAE629191F}"/>
              </a:ext>
            </a:extLst>
          </p:cNvPr>
          <p:cNvSpPr/>
          <p:nvPr/>
        </p:nvSpPr>
        <p:spPr>
          <a:xfrm>
            <a:off x="12812751" y="7539326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945475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Food &amp; Order Management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2858810"/>
            <a:ext cx="1234440" cy="22126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68761" y="3105626"/>
            <a:ext cx="321825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Food CRUD Operations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2468761" y="3639503"/>
            <a:ext cx="581120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Administrators can add, update, delete, and manage food items, ensuring a diverse and up-to-date menu for users.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5071467"/>
            <a:ext cx="1234440" cy="22126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68761" y="5318284"/>
            <a:ext cx="33289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CRUD Operations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2468761" y="5852160"/>
            <a:ext cx="581120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place, track, and manage their orders seamlessly, with real-time updates on order status and delivery progress.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4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552" y="3640455"/>
            <a:ext cx="5700832" cy="70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Enhancements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52" y="4689038"/>
            <a:ext cx="566738" cy="5667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552" y="5482471"/>
            <a:ext cx="2834164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 Integration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552" y="5972651"/>
            <a:ext cx="4120991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payment gateways will enable users to make secure and convenient online payments for their orders.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585" y="4689038"/>
            <a:ext cx="566738" cy="5667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585" y="5482471"/>
            <a:ext cx="3316605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 System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585" y="5972651"/>
            <a:ext cx="4121110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personalized recommendation system will suggest food items based on user preferences and past orders, enhancing the user experience.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4689038"/>
            <a:ext cx="566738" cy="5667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482471"/>
            <a:ext cx="315194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SEO Optimization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5972651"/>
            <a:ext cx="4121110" cy="1450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Improving search engine visibility will make the platform more discoverable, attracting new users and increasing platform reach.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744D83-6B73-43AC-B000-652079EC6B5C}"/>
              </a:ext>
            </a:extLst>
          </p:cNvPr>
          <p:cNvSpPr/>
          <p:nvPr/>
        </p:nvSpPr>
        <p:spPr>
          <a:xfrm>
            <a:off x="12812751" y="7539326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04441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186226"/>
            <a:ext cx="7415927" cy="4998958"/>
          </a:xfrm>
          <a:prstGeom prst="roundRect">
            <a:avLst>
              <a:gd name="adj" fmla="val 741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65677" y="2201466"/>
            <a:ext cx="7385447" cy="22867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2493" y="2357199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09027" y="2357199"/>
            <a:ext cx="3195280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Bring Food leverages modern web technologies to provide users with a seamless and efficient food ordering experience.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65677" y="4488180"/>
            <a:ext cx="7385447" cy="26817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2493" y="4643914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09027" y="4643914"/>
            <a:ext cx="3195280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developments will focus on payment methods, food recommendations, and enhancing SEO for faster and more efficient user acquisition.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6F2256-977F-AC61-57F3-93F0AE3A2C28}"/>
              </a:ext>
            </a:extLst>
          </p:cNvPr>
          <p:cNvSpPr/>
          <p:nvPr/>
        </p:nvSpPr>
        <p:spPr>
          <a:xfrm>
            <a:off x="12812751" y="7539326"/>
            <a:ext cx="1639229" cy="557561"/>
          </a:xfrm>
          <a:prstGeom prst="rect">
            <a:avLst/>
          </a:prstGeom>
          <a:solidFill>
            <a:srgbClr val="292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435</Words>
  <Application>Microsoft Office PowerPoint</Application>
  <PresentationFormat>Custom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Roboto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Samrat Akbar</cp:lastModifiedBy>
  <cp:revision>2</cp:revision>
  <dcterms:created xsi:type="dcterms:W3CDTF">2024-09-11T15:10:32Z</dcterms:created>
  <dcterms:modified xsi:type="dcterms:W3CDTF">2024-09-11T15:33:14Z</dcterms:modified>
</cp:coreProperties>
</file>